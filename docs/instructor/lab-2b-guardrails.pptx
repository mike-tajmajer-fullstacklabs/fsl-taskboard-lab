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2.b. The challenge in one breath: take the rule your group wrote last week and give it teeth — a hook that stops the agent while it writes, and a CI gate that stops anyone at merge time, both verified in both directions, with the unenforceable clauses honestly decided rather than quietly dropped. The interesting output today is not the hook — it is the list of things the hook could not check.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slack is real this time; protect it for verification, which is the step people skip. Prereq check right now, out loud: Lab 2.a done (ADR + NFR wired in), and the Hooks lesson done — anyone missing either pairs up for the build sections and catches up async per the handout. Assessment disclosure: same rubric, and today's hook or gate is also the Framework Practitioner artifact.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Fast. The only new idea is the last bullet — the premise of the block. Today REVISITS the 2.a NFR: the residue decisions recorded this session update that same document, not a new one.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consensus, not our opinion — say so. The phrase to land: "model-independent governance." Connect to their own interview complaints about the agent being a yes-man and ignoring stated patterns — this is the failure mode it addresses.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about this repo matters — it models the behaviour we want. Note the build framing precisely: layers 1–2 plus one layer-4 gate; a governance doc that overstates its own coverage is the failure mode. Layer 5 is not a gap in the others — it is what makes them credible.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Everyone, together, five minutes. This is the honest answer to "no restore points" and "it did something I did not expect" — the cheapest guardrail with the largest payoff, in every repo they own tomorrow. Teach ask-vs-deny while they type: deny the unrecoverable, ask the annoying — if everything asks, people stop reading, which is prompt fatigue and it kills the layer. Watch for pasting over the file; the handout has the before-state and names settings.local.json.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structure is the teaching point: BLOCKED / Why / Instead / Done means. A guardrail that only says no makes the agent guess, and it guesses creatively. Four lines turn a refusal into a redirection.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material for most of the room. The nudge shape (PostToolUse + exit 2) is genuinely useful and almost nobody knows it: the edit lands, and Claude is told to fix it. Name the taxonomy refinement explicitly — mechanical, PARTLY, fuzzy — because their 2.a lists were binary and the middle bucket is where their hook will live.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this in the exercise. The usual death of a guardrail is not failing to block — it is blocking something legitimate on day three, getting disabled, and taking the layer with it. The evidence standard matters: a claim without the refusal text is not verified.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senior idea in the block. The bypass rate is a signal about the RULE, not about discipline — if people constantly go around it, the rule is mis-scoped. That reframe lands well with leads.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Sanitised exemplar — no client, product, or domain detail; if asked, "another engagement." The proportion is the insight: nine validators sounds heavy until you see the bypass is a single comment convention.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seconds; it collapses a distinction people assume exists. If the room heads toward "we need an AI policy", the answer is: you need an NFR, and you wrote one last week.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Two instructions: build along in your own copy as I go, and watch where the time goes — I will spend more time verifying than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parallel to the exhibit they just read — the shape is the point, not this rule. Make the two-rules distinction out loud; the review agent flagged it as the most likely novice confusion of the block.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it live if the room is comfortable; paste if behind. Say the Windows path normalisation out loud — it is the bug every group hits and why the hook is Node, not shell. Then register it together and restart sessions — the forgotten-restart is the "my hook never fires" stuck point. ~6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 and say why: this is the step people skip. Both tests visibly. If your own hook false-positives live, that is a gift — work it through in front of them. ~6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Walk the room — this is a build-along, so everyone should be at this state, not just the instructor. Common failure: a path check that also catches db.json.example or a test fixture. Fast finishers: read protect-seed.js and diff the two hooks' messages.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minutes, no hands-on. Why it is here: their real world is SQL Server and stored procedures, and the pattern they just built on a JSON file needs to visibly transfer. The false-positive row is the most valuable one — it is the PARTLY tag from the severity slide, in the wild.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Circulate with one question: "what does your allow case replay?" If they have no answer, they are about to skip verification. Groups whose clause is store-boundary build the import check; test-discipline groups build the sibling-test nudge. ~15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Gate hard here: the CI-gate step depends on the clause being genuinely mechanical, which this checkpoint proves. Fast finishers: start the policy-bundle stretch or help a neighbour's allow case.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docs-only-PR question is where block-vs-warn becomes real — do not answer it for them. Residue is an acceptance criterion, not an optional extra: "the test must have failed first" needs a named owner or an explicit drop.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and satisfying: the reviewer quoting their own NFR back at them is the moment governance stops being paperwork. The giget fallback matters — copies made before Jul 29 lack the agents folder.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hardest on the residue question — it reveals whether the lesson landed. A group with an empty residue column has either a trivial rule or has not looked.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minutes; framing over content. The guide is written for a team new to governance — it opens with the four terms, Crawl is one person's afternoon, and every tool option carries its trap named. Callback: this handout reached you as one canonical repo plus a pointer — crawl — and giget if you ran it, most of walk. Done = the template filled: rung, FIRST MOVE, and an owner who is a person. The two fields people skip are Owner and Not-doing-yet, and they are the two that matter. "We will decide later" is the only answer that costs more than acting.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Close on the deny/ask list — the thing every person applies tomorrow regardless of how far they got. Read the ship checklist as one list; it mirrors the handout exactly. INSTRUCTOR, within 24h: file the lab-capture entry (AI-Transformation-Playbook/04-labs/lab-capture-template.md) — outcomes, stuck points, timings, Format B observations.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Guardrails, and Making Standards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2.b — making a written rule refuse to be violated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Recap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have documents. Nothing enforces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Warm-up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five-minute guardrail everyone leaves with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Layers &amp; 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enforcement lives; block vs nudge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— build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One guardrail, verified, in YOUR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Your clause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Hook → CI gate → reviewer, each checkpointed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False positives, bypasses, residue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0799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45770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Hand-off, wrap &amp; retro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47598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sixth artifact; reflect; capture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92624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99999"/>
                </a:solidFill>
                <a:latin typeface="Arial"/>
              </a:rPr>
              <a:t>Sums to ~103 — the slack is deliberate, and it gets spent on the verify steps.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2.a left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One sentence: you wrote the law, and there is no police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has a recorded reason.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NFR you derived. </a:t>
            </a:r>
            <a:r>
              <a:rPr sz="1250" b="0">
                <a:solidFill>
                  <a:srgbClr val="434343"/>
                </a:solidFill>
                <a:latin typeface="Arial"/>
              </a:rPr>
              <a:t>With per-clause checks — and the unenforceable clauses marked.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Both are wired into CLAUDE.md. </a:t>
            </a:r>
            <a:r>
              <a:rPr sz="1250" b="0">
                <a:solidFill>
                  <a:srgbClr val="434343"/>
                </a:solidFill>
                <a:latin typeface="Arial"/>
              </a:rPr>
              <a:t>Trigger rows + a binding 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And nothing enforces any of it. </a:t>
            </a:r>
            <a:r>
              <a:rPr sz="1250" b="0">
                <a:solidFill>
                  <a:srgbClr val="434343"/>
                </a:solidFill>
                <a:latin typeface="Arial"/>
              </a:rPr>
              <a:t>That is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The model layer cannot be the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Models are non-deterministic and persuadable. A rule in CLAUDE.md holds most of the time and fails exactly when someone asks for something reasonable-sounding that violates it. Three words for the rest of the block: a GUARDRAIL is any deterministic mechanism — permission rule, hook, CI check — that refuses a violation instead of describing one. A HOOK is an interception point before or after a consequential action. A POLICY is the deterministic rule evaluated against it. Because the check does not depend on which model ran, it survives a model upgrade.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layers of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Each layer catches a different audience. You need fewer than five — but know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894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Where it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894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Holds against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77440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CLAUDE.md, docs behind a trigger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377440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reliably — it informs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761488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.claude/settings.json permissions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61488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agent, at authoring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45536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git hooks, commit lint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45536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committing locally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workflows, static analysis, custom validators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529584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merging — agent or 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13631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written escape hatch with a named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913631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— it keeps 1–4 honest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repo ships guardrails only at layers 1–2 (its CI runs lint and tests, but no governance gate yet). Today you build in 1–2 and wire ONE layer-4 gate so you feel what it costs. Layers 3 and 5 are taught, not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five-minute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verdicts, not two: allow (silent), ask (stop and check), deny (never). The middle one is the one teams forget.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"permissions":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"ask":  ["Bash(rm *)"],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"deny": 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"Edit(server/data/seed.json)",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"Write(server/data/seed.json)",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"Bash(rm -rf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push --force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reset --hard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clean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"Bash(npm publish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"Bash(curl * | bash)"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]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MERGE, never paste: the first two deny entries are ALREADY in your file, shown so you see where yours go — and your hooks block must survive. The handout shows the before/after. Then: ask Claude to force-push, watch it refuse; confirm seed.json is still protected.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.claude/settings.json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already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Read this hook before you write yours — particularly its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DEFENSE IN DEPTH,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Don't line in CLAUDE.md.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permissions.deny entry.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PreToolUse hook.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All three name the same path and the same fix.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.CLAUDE/HOOKS/PROTECT-SEED.JS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'BLOCKED: Modifying seed.json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is not allowed.',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'Why: it is the canonical reset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baseline every lab depends on.',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'Instead: change data via the API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or db.json, then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'Done means: seed.json has no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diff.',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process.exit(2);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Block or nudge? Decide, do not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event you register on, plus the exit code, IS the severity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exit 2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Use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PreToolUse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77440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BLOCKS the call. stderr goes to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77440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Unrecoverable or unambiguous violations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PostToolUse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761488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Cannot block — the tool already ran — but stderr still reaches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Heuristic rules; things you should not interrupt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exit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45536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Allows, silently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145536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99%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any other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529584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Non-blocking; the user sees a hook-error notice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Almost never on 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adds a third tag to 2.a's mechanical/fuzzy: PARTLY — checkable by heuristic, with false positives. That middle case is exactly what nudges are for. Not every guardrail should block: a gate that fires on legitimate work teaches people to route around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An unverified guardrail is a belief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procedure, concretely — the 1.b PR on your prep list is the allow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 THE 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do the violation on purpose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Save the refusal text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That text is your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 THE 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Replay your Lab 1.b change through it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hook must stay silent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is the half everyone skips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STAYS 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Re-verify after every narrowing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Fixing a false positive often reopens the hole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Both directions,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Evidence standard: paste the refusal text into your PR description. That is what "demonstrated in a live agent run"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bypass you write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layer that makes the other four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There is always one. </a:t>
            </a:r>
            <a:r>
              <a:rPr sz="1250" b="0">
                <a:solidFill>
                  <a:srgbClr val="434343"/>
                </a:solidFill>
                <a:latin typeface="Arial"/>
              </a:rPr>
              <a:t>A label, a commit trailer, an APPROVED- comment, a person with merge rights.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Undocumented bypasses are the real hole. </a:t>
            </a:r>
            <a:r>
              <a:rPr sz="1250" b="0">
                <a:solidFill>
                  <a:srgbClr val="434343"/>
                </a:solidFill>
                <a:latin typeface="Arial"/>
              </a:rPr>
              <a:t>Not the missing gate — the escape hatch nobody wrote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Name the approver. </a:t>
            </a:r>
            <a:r>
              <a:rPr sz="1250" b="0">
                <a:solidFill>
                  <a:srgbClr val="434343"/>
                </a:solidFill>
                <a:latin typeface="Arial"/>
              </a:rPr>
              <a:t>"APPROVED-X: &lt;reason + who&gt;" beats a silent override every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Count how often it is used. </a:t>
            </a:r>
            <a:r>
              <a:rPr sz="1250" b="0">
                <a:solidFill>
                  <a:srgbClr val="434343"/>
                </a:solidFill>
                <a:latin typeface="Arial"/>
              </a:rPr>
              <a:t>A bypass fired weekly is a rule that is wrong, not a team that is lax.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LAYERS 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Taught today, built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mature corpus we know runs all five — including four custom static-analysis rule files and nine merge-blocking validators.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8940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looks like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89404"/>
            <a:ext cx="20116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77440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commit lint, pre-commit checks on staged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Taught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61488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custom static-analysis rules, spec lint, merge-blocking validators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61488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wire ONE, in your 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 comments with named sign-off, plus telemetry on fire/bypass rates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document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Their layer 5 is one comment convention — the smallest thing on the list, and what keeps the other four trustworthy. Governance is not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META-CASE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Rules about AI are just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The same corpus governs its own AI agent with an NFR — numbered MUST clauses, a thresholds table, and per-clause verification methods, covering human confirmation on destructive operations, masking sensitive data before it reaches a model, and structured output validation. There is no separate discipline for governing AI. It is the artifact you wrote last week, pointed at a new subject.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build along, one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read-only database rule, in YOUR copy. Watch the verify step,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Read-only database unless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same three-layer shape as the seed guard, on a new subject — built along with 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First: </a:t>
            </a:r>
            <a:r>
              <a:rPr sz="1250" b="0">
                <a:solidFill>
                  <a:srgbClr val="434343"/>
                </a:solidFill>
                <a:latin typeface="Arial"/>
              </a:rPr>
              <a:t>`npm run reset-db` — db.json is generated and git-ignored, so a fresh copy does not have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rule. </a:t>
            </a:r>
            <a:r>
              <a:rPr sz="1250" b="0">
                <a:solidFill>
                  <a:srgbClr val="434343"/>
                </a:solidFill>
                <a:latin typeface="Arial"/>
              </a:rPr>
              <a:t>`db.json` gets changed through the API or a reset — not edited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 the same rule as 2.a's.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is about *imports* (`db/store.ts`); this is about *editing a file*. Same family, two rules — today's hook enforces this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layers, again. </a:t>
            </a:r>
            <a:r>
              <a:rPr sz="1250" b="0">
                <a:solidFill>
                  <a:srgbClr val="434343"/>
                </a:solidFill>
                <a:latin typeface="Arial"/>
              </a:rPr>
              <a:t>A Don't line → a `permissions.deny` entry → a PreToolUse hook that explains itself.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Twenty lines, no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Node, cross-platform, no packages. Half this room is on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const path = filePath.replaceAll('\\', '/');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if (path.endsWith('server/data/db.json'))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'BLOCKED: db.json is generated, not edited.',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'Why: hand-edits are lost on the next reset and',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are invisible to everyone else.',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'Instead: change data through the API, or edit',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seed.json via PR and run npm run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'Done means: your data change survives a reset.',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process.exit(2);   // PreToolUse -&gt; blocks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process.exit(0);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Registered on PreToolUse for Edit|Write — registration JSON is in the handout, and a NEW session is needed after registering: hooks load at session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.claude/hooks/protect-db.js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Both directions, then the bypass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the part of the demo worth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edit db.json directly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Refusal message is useful, not just "no"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Confirm it did NOT touch the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it to edit a file in server/src/repositories/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refusal, no noise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npm test — still 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Documented in CLAUDE.md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Instructor approval, via PR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Not "disable the hook"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If the allow case fails, the guardrail is worse than nothing — it now blocks work, and someone will remove it by Friday.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In YOUR copy: Claude is refused when it edits server/data/db.json, and succeeds when it edits a file in server/src/repositories/.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Both directions, out loud. If you only tested the block, you have not finished — run the allow case now.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pattern, somewhere you will recognise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Illustration, not today's exercise. A rule most teams have written down and almost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89404"/>
            <a:ext cx="585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Applied to a stored-procedure convention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One line: parameters only — never concatenate into executable 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61488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hook inspecting the CONTENT of the .sql being written, not just the path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145536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same rule module, run again at merge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9584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APPROVED-DYNAMIC-SQL: &lt;reason + reviewer&gt;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The honest 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913631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check has real false positives — a static parameterised sp_executesql is 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Takeaway card: docs/best-practices/enforcing-a-convention.md works the whole shape through — including the clauses no gate can decide. Independent follow-up; office hours supports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— enforce what you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Fifteen minutes. The plumbing is given; the policy is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2.a clause, revisited. </a:t>
            </a:r>
            <a:r>
              <a:rPr sz="1250" b="0">
                <a:solidFill>
                  <a:srgbClr val="434343"/>
                </a:solidFill>
                <a:latin typeface="Arial"/>
              </a:rPr>
              <a:t>The residue decisions you record today update that same NFR.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`docs/labs/snippets/hook-skeleton.js` → `.claude/hooks/check-convention.js`; delete the two example rules; put yours 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Register it, then NEW session.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settings JSON is in the handout — matcher, event, `$CLAUDE_PROJECT_DIR`. Hooks load at session start.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Choose the severity on purpose. </a:t>
            </a:r>
            <a:r>
              <a:rPr sz="1250" b="0">
                <a:solidFill>
                  <a:srgbClr val="434343"/>
                </a:solidFill>
                <a:latin typeface="Arial"/>
              </a:rPr>
              <a:t>PreToolUse blocks; PostToolUse nudges. If your clause is PARTLY, nudge — and write down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Verify both directions.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Violation on purpose → save the refusal. Your 1.b change → silence. Refusal text goes in the PR.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hook refuses the violation, stays silent on your Lab 1.b change, and the refusal text is pasted in your PR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The refusal text is the evidence standard — "it worked" is not verification.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clause at merge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This is the one layer-4 gate you build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hook stops the agent. This stops anyone. </a:t>
            </a:r>
            <a:r>
              <a:rPr sz="1250" b="0">
                <a:solidFill>
                  <a:srgbClr val="434343"/>
                </a:solidFill>
                <a:latin typeface="Arial"/>
              </a:rPr>
              <a:t>Including a human who never opened Claude Code.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gate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`docs/labs/snippets/governance-gate.yml` → `.github/workflows/governance.yml`; encode the mechanical core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`fetch-depth: 0` or it breaks.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default shallow clone makes any diff against the base branch fail with an unhelpful error.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Fail or annotate — decide.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a docs-only PR do? Path filter, warn, or accept — on purpose, written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Record the residue. </a:t>
            </a:r>
            <a:r>
              <a:rPr sz="1250" b="0">
                <a:solidFill>
                  <a:srgbClr val="434343"/>
                </a:solidFill>
                <a:latin typeface="Arial"/>
              </a:rPr>
              <a:t>Every clause the gate cannot hold: accepted risk, human gate, or dropped — with a name, back in the 2.a NFR.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Point the reviewer at your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what "fed to the agent as explicit constraints" actually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FEEDING THE AGENT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repo ships a review subagent that reads CLAUDE.md, then whichever ADRs / NFRs / rules apply.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YOUR two docs to its reading list.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 it on your own branch.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Its findings now cite your standard — that is the loop closing.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4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.claude/agents/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  taskboard-code-reviewer.md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add to its process list: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docs/adr/0002-&lt;yours&gt;.md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docs/nfr/0002-&lt;yours&gt;.md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 .claude/agents/ folder?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your copy predates it — pull it: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npx giget gh:mike-tajmajer-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fullstacklabs/fsl-taskboard-lab/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.claude/agents .claude/agents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Let us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Two or three screens, not everyone.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guardrail has a false positive — and how did you find out?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 chose nudge over block, and what was the reasoning?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bypass is documented, and who approves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went in the residue column — and whose name is against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your gate do on a docs-only PR — and was that on purpose?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HAND-OFF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sixth artifact, and it is yours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2.a named five artifacts that live in a repo. The sixth is the only Collective-layer one — how a standard reaches every repo — and we are deliberately not handing you the answer, because choosing the mechanism, the rung, and the owner IS the roll-up.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THE GUIDE GIVES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Four words that carry it: standard, drift, pin, enforce.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CRAWL: one repo + two CLAUDE.md lines — a 4-step checklist, ~30 min.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WALK: queryable (3 tool options, traps named) + pinned copies.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RUN: gates, served docs, a versioned plugin — each needs an owner.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And a fill-in template for recording what you chose.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THE DECISION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docs/best-practices/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  distributing-standards.md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what "done" looks like: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Owner:      &lt;a person, not a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Rung:       crawl | walk | run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First move: &lt;the ~30-min step&gt;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Decided:   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Next review: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...plus: where standards live,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how a project gets them, current-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ness, enforced vs advisory,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bypass, NOT-doing-yet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leaves this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Warm-up merged (seed rules intact) · hook + CI gate, both verified both ways, refusal text in the PR · severity reasons written · bypass documented · residue owned in the 2.a NFR · reviewer reading your docs · "how we use these" README (async OK, still reviewed) · roll-up decision with an owner · port target named.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note, now.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PR: what you learned, what surprised you, what you'd apply tomorrow. Acceptance criterion, not homework.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 — thirty seconds each.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continuations.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Port one artifact in office hours (bring the repo, not a question) · define how standards travel (owner + template) · apply the pattern to a convention of your own (the takeaway card).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