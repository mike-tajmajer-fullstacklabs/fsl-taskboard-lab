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Lab 2.a. Two hours, mostly hands-on. The challenge in one breath: this repo has a real, load-bearing rule that nothing explains and nothing checks — you will document the why as an ADR, derive a rule from last week's real fixes and write it as an NFR, and wire both into CLAUDE.md so Claude actually reads them.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Set expectations: this block is less typing than 1.b and more deciding. Two unusual asks today: read code cold and write a rule from it, and mark which parts of your own rule a machine could not check. Also say once: how you're assessed is on the handout — same five-dimension rubric as Lab 1, counts toward Agentic Developer.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only, and the ORDER matters: the giget pull must come before the seed script, because the script arrives in the pull — the handout got this wrong once and it costs five confused minutes. The snippet mechanism itself previews 2.b's last topic: template copies don't inherit changes, which is exactly what a distribution mechanism solves.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— this room is already positive about AI; the pitch is "stop solving the same problem sixteen times." Then land the ETH note: the point is not "AI cannot write docs", it is that a doc nobody thought about is negative value. Ask who has run /init and never read the output — hands will go up. Source link is in the handout.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 — it is a map. The footnote plants the sixth artifact so 2.b's hand-off is a callback, not a surprise.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middle column aloud, row by row — the questions do the teaching. The expansions (Architecture Decision Record, Non-Functional Requirement) get said out loud exactly once, here.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of the block — spend time here. Walk the same subject across all five rows, then land the one-word summary. If someone says "that is a lot of documents for one rule" — good: you would not write all five; you write the one that answers the question you actually have. The CLAUDE.md row quotes the file verbatim on purpose — open it live if anyone doubts.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30 cells. Two rows do the work: "carries a check" isolates the NFR — the only artifact obliged to say how compliance is verified, the bridge to 2.b — and "when it loads" separates the two context files from the three documents. Then read the footnote aloud: the quick test is the take-home, and one-home-per-fact is the failure mode that kills governance corpora. Recipes and rules files get no further slide — the handout covers them.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objection: they saw a 72-line CLAUDE.md in 1.a and will meet 500-line ones in the wild. Both are correct at their scale; the trigger table is what makes the difference. Phrase triggers as situations, not topics — the agent matches on what it is doing.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sell the heavy forms. The one nuance: your NFR today is deliberately mid-ladder — the handout gives the clause + "Checked by:" skeleton, which NFR-0001 predates. Fun fact for the room: a mature corpus we know contains an ADR recording its own choice of ADR format — the format itself is a decision.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the finding as a finding: published field experience says teams stop writing ADRs because the operational questions were never answered. Ask which of these five triggers they could answer for their own repos today — usually none. Champions co-lead the standards work from here on and the EM reviews the output — name Gideon/Trishton if confirmed, and make sure the room knows a review is coming.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shape: the second prompt deliberately ends "leave Decision as a question for me to answer" — that clause is the difference between drafting and delegating. All five starters are in the handout's prompt table; these two are quoted from it verbatim.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incident-citing pattern is the most transferable thing in this block. Give the shape: "Rule: never X. Why: on &lt;date&gt; we did X and &lt;consequence&gt;." It is also the answer to the yes-man complaint from their interviews — rules with reasons survive pushback from a persuasive agent.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Tell them what to watch for: where the evidence comes from, and the moment I stop Claude and make the decision myself. And tell them now: you write yours immediately after, same subject, your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directories, not the slide. Grep for imports of store.ts and show the boundary really holds. The "nothing checks it" line plants 2.b — don't explain it yet.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the wrong turns — if Claude writes a consequence that is really a benefit in disguise, say so and fix it. The honest cost is what makes an ADR credible; a document with only upsides is marketing. Note the shape on screen matches the shipped template exactly: a metadata bullet block, then THREE sections. ~7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This is the follow-along increment — everyone in the same state before the checkpoint. Circulate; the common stall is over-polishing Context. Ten minutes, hard stop. Fast finishers: point at the stretch — derive the store-boundary clause list early, or review a neighbour's draft Decision.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advance past unresolved hands. Cheap to verify by walking the room. If more than two people are stuck, the cause is usually prompt shape — show yours again. Fast finishers go to the stretch list (handout): the store-boundary clauses or a peer review.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Scaffolding drops here — from following along to deciding. Announce the mode change explicitly; it should not be discovered.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STIMULUS (settled from 1.b outcome): row C is a REAL, anonymised 1.b PR — students who shipped PRs did the loop properly, so shapes A and B are SYNTHETIC diffs against bugs #4/#5. Frame it once: nobody was ASKED to write a test last week — gap in the standard, not in a person. Then stop talking. BONUS BEAT (use in converge if energy is good): several of last week's fixes never became PRs at all — working code, invisible to review. Ask: what rule would catch a fix that never ships? Their own behaviour just raised a real governance question. ~4 min of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Ten minutes, tight — 1.b says this room waits to be told, so drive it: the FACILITATION LADDER, in order, per stalled group: (1) "Seed 2 — keep, tighten, or drop?" (2) "Fix B is green. Would seed 1 alone have caught it?" (3) "Which of your tags could a script actually decide — prove it: what does the script read?" Never state a clause yourself. Watch for the room deciding B is acceptable; that is the interesting case — do NOT tell them. Group B keeps faster tables on the second convention; its output feeds the merge.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MANDATORY: state and write the agreed clauses before advancing — an unresolved discussion is worse than none. Card contents are illustrative; replace live with what the room produced. If they missed "failed first", ask: "B was green before the fix. Would your rule have caught it?" Apply the tiebreak out loud when groups conflict.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and it is the hinge: written-unchecked, checked, half-checked all live in ONE file the room already trusts. The half-gate case is the stretch item — closing it is an ESLint rule away. This is Appendix C's logging-standards coverage: the convention exists; the class derives what checking it would mean.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is the point: AFTER the room commits, so it reads as comparison, not answer key. Sanitised — no client, product, or domain detail; if asked, "another engagement, and that is all I can say."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Circulate with one question per group: "how is that checked?" If they cannot answer, the clause is not finished. The skeleton on screen is also in the handout. Reserve the last five minutes for peer review — it is an acceptance criterion and the first thing skipped. ~20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Ask each group to read one fuzzy clause and its recorded decision aloud — two minutes, and it makes the standard real. Fast finishers: the half-gate stretch (write the ESLint clause) or the rules-file conversion.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two mechanisms out loud — trigger row vs binding line — because the binding line is new vocabulary and it is graded. NFR-0001 has no binding line yet; they are setting the pattern. The smoke test takes 60 seconds: new session, ask the rule, watch whether it reads the doc or guesses. If it guesses, the trigger is phrased as a topic, not a situation — fixable in one edit. ~8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prompting depth right · checkpoint gates worked · mostly solo, fine · room waits to be told → 4 seed clauses + 10-min derive] Do not skip this to buy build time — it is the review+capture close Format B requires. INSTRUCTOR, within 24h: file the lab-capture entry (AI-Transformation-Playbook/04-labs/lab-capture-template.md) — what was built, stuck points, timings, refinements. This deck is the Format B pilot; the capture entry is how it gets validated.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through-line: last week a habit, this week a standard, next week a gate. The wrap checklist mirrors the handout acceptance criteria exactly — read it as one list, not highlights.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Writing the Standards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2.a — the governance documents an AI agent actually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mostly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Setup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1.b left us, and what standards buy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The five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What each is — and how to tell them apart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How they get authored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When one is required, who reviews, drafting with Claude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24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an ADR — then write yours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repository boundary, documented twice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44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Derive + write an NFR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read three real diffs and write the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14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Wire it in + review &amp; retro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Trigger table, binding line, smoke test, reflect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17136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99999"/>
                </a:solidFill>
                <a:latin typeface="Arial"/>
              </a:rPr>
              <a:t>These sum to 120. Say so, and keep us honest on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we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Four minutes. Pair anyone who is broken before we start, not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own copy, clean branch. </a:t>
            </a:r>
            <a:r>
              <a:rPr sz="1250" b="0">
                <a:solidFill>
                  <a:srgbClr val="434343"/>
                </a:solidFill>
                <a:latin typeface="Arial"/>
              </a:rPr>
              <a:t>`git checkout -b feat/governance` — same copy as 1.b, `npm test` green.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Pull the lab materials FIRST. </a:t>
            </a:r>
            <a:r>
              <a:rPr sz="1250" b="0">
                <a:solidFill>
                  <a:srgbClr val="434343"/>
                </a:solidFill>
                <a:latin typeface="Arial"/>
              </a:rPr>
              <a:t>`npx giget gh:…/fsl-taskboard-lab/docs/labs docs/labs` — your copy predates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Then (optional) seed the backlog. </a:t>
            </a:r>
            <a:r>
              <a:rPr sz="1250" b="0">
                <a:solidFill>
                  <a:srgbClr val="434343"/>
                </a:solidFill>
                <a:latin typeface="Arial"/>
              </a:rPr>
              <a:t>`bash docs/labs/snippets/seed-lab2-issues.sh` — keeps the Closes #N habit. Windows: Git Bash.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Two worked examples already ship. </a:t>
            </a:r>
            <a:r>
              <a:rPr sz="1250" b="0">
                <a:solidFill>
                  <a:srgbClr val="434343"/>
                </a:solidFill>
                <a:latin typeface="Arial"/>
              </a:rPr>
              <a:t>Skim `docs/adr/0001` and `docs/nfr/0001` — you'll copy their shape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Sixteen developers, sixteen private setups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assessment called this a Cultural Gap: engineers ahead of shared norms.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WORKS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Individual practice is genuinely strong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Claude is productive on this repo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habits from 1.b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DOES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None of it is shared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Every dev re-teaches Claude the same things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way to tell if a rule is followed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TODAY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Habits become documents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Documents get reviewed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CLAUDE.md points at them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And the evidence says authorship matters: an ETH Zurich study (Feb 2026) found LLM-generated context files LOWERED task success ~3% while raising cost 20%+; human-written improved it ~4%. /init-and-walk-away is worse than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Collective, Project, 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layers. Today you work in the middle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COLLECTIVE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Org-wide — every repo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Standards, templates, guardrails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Most teams have none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repo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CLAUDE.md, ADRs, NFRs, recipes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Most teams have an accident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slice of work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Path-scoped rules, feature specs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Arrives just in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There is a sixth artifact — how a standard reaches every repo — and it is the only Collective-layer one. 2.b hands it to your team to define.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types — and the question each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Two acronyms spelled out once, then never again. If you can name the question, you know which document you are 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4052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248" y="2089404"/>
            <a:ext cx="34169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The question it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8096" y="2089404"/>
            <a:ext cx="26758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248" y="2377440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the agent know before anything else?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8096" y="2377440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Always-loaded context + pointers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8248" y="2761488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is it like this?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8096" y="2761488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Architecture Decision Record — one decision, with its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8248" y="3145536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must always be TRUE — and how do we check?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8096" y="3145536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Non-Functional Requirement — a standing, testable rule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Best-practice recipe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8248" y="3529584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HOW do I do X here?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8096" y="3529584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worked procedure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40528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8248" y="3913631"/>
            <a:ext cx="341696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What applies ONLY in these files?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8096" y="3913631"/>
            <a:ext cx="2675823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Path-scoped context (.claude/rules/)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That is the whole trick. The next two slides are the proof.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One subject, five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has a real rule: only repositories/ may import db/store.ts. Here is what each artifact says about that same subject.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6583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says about the repository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377440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real line, verbatim: "Don't: access db.json outside server/src/repositories/". Always loaded, no 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61488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Why a repository layer was chosen, what else was considered, what it costs. Written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145536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as a standing requirement — plus how compliance is checked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Best practice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529584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docs/best-practices/adding-a-resource.md — the steps for adding a resource within that boundary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913631"/>
            <a:ext cx="65836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Guidance that loads only when you are in the files it applies 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None of them is redundant. ADR = history. NFR = law. Recipe = procedure. CLAUDE.md = index. Rules file = context that arrives just in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Telling them apart when it is unclear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4986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9213" y="1769364"/>
            <a:ext cx="117439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Rules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491" y="1769364"/>
            <a:ext cx="127134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20718" y="1769364"/>
            <a:ext cx="136829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893" y="1769364"/>
            <a:ext cx="93202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Recipe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0253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4986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to know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9213" y="2057400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applies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6491" y="2057400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0718" y="2057400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What must 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893" y="2057400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How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38658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Tense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4986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standing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9213" y="2441448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Present, scoped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6491" y="2441448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Past — a choice made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0718" y="2441448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Present — holds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893" y="2441448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Imperative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7063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Lifecycle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4986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continuously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9213" y="2825496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6491" y="2825496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Superseded, never edited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0718" y="2825496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Revised in place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893" y="2825496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Updated freely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154679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Carries a check?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4986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9213" y="3209544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6491" y="3209544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20718" y="3209544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B7F4B"/>
                </a:solidFill>
                <a:latin typeface="Arial"/>
              </a:rPr>
              <a:t>YES — that is why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893" y="3209544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538727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When it loads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4986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403FE8"/>
                </a:solidFill>
                <a:latin typeface="Arial"/>
              </a:rPr>
              <a:t>ALWAYS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9213" y="3593591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matching paths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6491" y="3593591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20718" y="3593591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 + binding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893" y="3593591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On demand, via a trigger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3922776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1">
                <a:solidFill>
                  <a:srgbClr val="13135E"/>
                </a:solidFill>
                <a:latin typeface="Arial"/>
              </a:rPr>
              <a:t>Lose it and…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4986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The agent is unoriented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9213" y="3977639"/>
            <a:ext cx="117439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Guidance stops arriving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66491" y="3977639"/>
            <a:ext cx="127134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why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20718" y="3977639"/>
            <a:ext cx="1368294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rule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71893" y="3977639"/>
            <a:ext cx="932026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>
                <a:solidFill>
                  <a:srgbClr val="434343"/>
                </a:solidFill>
                <a:latin typeface="Arial"/>
              </a:rPr>
              <a:t>You lose the how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Quick test: one-time choice → ADR · always-holds + checkable → NFR · steps → recipe · every session → CLAUDE.md · some files → rules file. One home per fact: duplicates drift — hence CLAUDE.md holds a trigger table, not the docs' contents.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How big should it get?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scaling answer, because "keep it short" stops being useful advice at some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HONEST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Lab 1.a said 100–200 lines. Right — to start.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Past that, do not grow the file. Add a trigger row.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table is the mechanism: always-loaded index, on-demand detail.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At corpus scale (100+ docs) you stop copying and start serving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CLAUDE.MD, THIS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## Reference docs — read on demand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When you are…      | Read first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------------------ | -----------------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Changing response  | docs/adr/0001…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shapes or codes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Calling an         | docs/nfr/0001…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| external API       |  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 trigger is a SITUATION,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not a topic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MATURITY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Start light — and know when to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repo ships the light forms. Today you write light ADRs — and an NFR that is already one rung up, because per-clause checks are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089404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08940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NFR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Start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377440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Nygard: Context · Decision · Status ·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377440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Prose rule + one "how compliance is checked" section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61488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MADR: + Decision Drivers, Considered Options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761488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MUSTs + per-clause checks + thresholds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188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Graduate when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145536"/>
            <a:ext cx="31089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Consequences keep coming out thin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145536"/>
            <a:ext cx="32004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starts being ignored — you want a gate, not a hope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An NFR without a verification method is a wish with a document number.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When is a document required — and who owns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reason ADR practices die is not the template — nobody wrote down the trigger, the reviewer, or where it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289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Write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040" y="2089404"/>
            <a:ext cx="364421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9139" y="2089404"/>
            <a:ext cx="25647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Authored / reviewed by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2040" y="2377440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hard to reverse, contested, or a newcomer would ask "why is it like this?"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9139" y="2377440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Anyone; peer PR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NFR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040" y="2761488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rule spans features AND you can say how it is checked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9139" y="2761488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few author, many adopt; EM 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12040" y="3145536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have answered the same question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9139" y="3145536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person who answered; peer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CLAUDE.md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2040" y="3529584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 needs it every session — and it is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9139" y="3529584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Champion-gated: it costs every session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2890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Rules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2040" y="3913631"/>
            <a:ext cx="3644218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it only applies when specific files are open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39139" y="3913631"/>
            <a:ext cx="25647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Same as a recipe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Peer review via PR is the acceptance gate today. An unreviewed standard is a draft. The "how we use these" README (2.b) exists to record exactly this table for your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AUTHORING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Drafting with Claude,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ETH finding again: generated context hurts, human-written helps. Draft, do not delegate.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DIVISION OF LABOUR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Claude drafts from EVIDENCE in the code.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You own the Decision and the Consequences.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Never ask it what the team should do.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Read the draft as someone who disagrees.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PROMPT STARTERS (2 OF 5 — CARD IN HANDOUT)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gather evidence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Read @server/src/repositories/ and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@server/src/services/todos.service.ts.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What boundary do these files enforce,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and what would break if it were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violated? Don't propose changes.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draft, but leave the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Using @docs/adr/template.md, draft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an ADR for that boundary. Fill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Context and Consequences from what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you just read. Leave Decision as a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question for me to answer.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Keeping them 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half of governance nobody plans for: what happens when the world 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Supersede, never edit, an accepted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old decision happened. Write a new one that replaces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Revise NFRs in place. </a:t>
            </a:r>
            <a:r>
              <a:rPr sz="1250" b="0">
                <a:solidFill>
                  <a:srgbClr val="434343"/>
                </a:solidFill>
                <a:latin typeface="Arial"/>
              </a:rPr>
              <a:t>They describe what holds now.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 rule cites the incident that produced it. </a:t>
            </a:r>
            <a:r>
              <a:rPr sz="1250" b="0">
                <a:solidFill>
                  <a:srgbClr val="434343"/>
                </a:solidFill>
                <a:latin typeface="Arial"/>
              </a:rPr>
              <a:t>A "Why" naming a real failure survives staff turnover; "best practice" does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Review on a cadence, not on vibes. </a:t>
            </a:r>
            <a:r>
              <a:rPr sz="1250" b="0">
                <a:solidFill>
                  <a:srgbClr val="434343"/>
                </a:solidFill>
                <a:latin typeface="Arial"/>
              </a:rPr>
              <a:t>A date on the document, and a person against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write an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repository boundary. Watch the whole shape — then you write the same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rule with no recorded reason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Real, load-bearing, and undocumented — the ADR trigger on all three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 exists. </a:t>
            </a:r>
            <a:r>
              <a:rPr sz="1250" b="0">
                <a:solidFill>
                  <a:srgbClr val="434343"/>
                </a:solidFill>
                <a:latin typeface="Arial"/>
              </a:rPr>
              <a:t>CLAUDE.md says routes and services never import `db/store.ts`.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code obeys it. </a:t>
            </a:r>
            <a:r>
              <a:rPr sz="1250" b="0">
                <a:solidFill>
                  <a:srgbClr val="434343"/>
                </a:solidFill>
                <a:latin typeface="Arial"/>
              </a:rPr>
              <a:t>Only `server/src/repositories/` touches the store.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says why. </a:t>
            </a:r>
            <a:r>
              <a:rPr sz="1250" b="0">
                <a:solidFill>
                  <a:srgbClr val="434343"/>
                </a:solidFill>
                <a:latin typeface="Arial"/>
              </a:rPr>
              <a:t>A newcomer sees a constraint with no rationale — so they route around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Nothing checks it. </a:t>
            </a:r>
            <a:r>
              <a:rPr sz="1250" b="0">
                <a:solidFill>
                  <a:srgbClr val="434343"/>
                </a:solidFill>
                <a:latin typeface="Arial"/>
              </a:rPr>
              <a:t>Which is next week's problem, and worth noticing now.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Evidence in, decision mine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Eight minutes, live. The interesting part is the Consequences section.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I AM DOING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Prompt Claude to READ, not to conclude.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Paste its Context. Edit it for accuracy.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Write the Decision myself, in one sentence.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a consequence that is genuinely a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MATCHES DOCS/ADR/TEMPLATE.MD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docs/adr/0002-repository-only-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   store-access.md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Status: Accepted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Date: &lt;today&gt;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Deciders: &lt;the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Context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&lt;from Claude, edited&gt;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Decision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Only modules under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server/src/repositories/ may import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db/store.ts.  &lt;-- I wrote this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## Consequences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Good: persistence is swappable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00" b="0">
                <a:solidFill>
                  <a:srgbClr val="434343"/>
                </a:solidFill>
                <a:latin typeface="Consolas"/>
              </a:rPr>
              <a:t>- Bad: one more hop for simple reads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Now write yours — same subject, your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clause list later is group work. Every document today is yours, in your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Ten minutes, in your own copy.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boundary, your own Context and Consequences. The motion is the point, not novelty.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Use the two prompts you just watched. </a:t>
            </a:r>
            <a:r>
              <a:rPr sz="1250" b="0">
                <a:solidFill>
                  <a:srgbClr val="434343"/>
                </a:solidFill>
                <a:latin typeface="Arial"/>
              </a:rPr>
              <a:t>Evidence first, then draft-with-the-decision-left-open. Both are in the handout.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Write the Decision yourself. </a:t>
            </a:r>
            <a:r>
              <a:rPr sz="1250" b="0">
                <a:solidFill>
                  <a:srgbClr val="434343"/>
                </a:solidFill>
                <a:latin typeface="Arial"/>
              </a:rPr>
              <a:t>One sentence. If it came out of Claude, rewrite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Find one honest cost. </a:t>
            </a:r>
            <a:r>
              <a:rPr sz="1250" b="0">
                <a:solidFill>
                  <a:srgbClr val="434343"/>
                </a:solidFill>
                <a:latin typeface="Arial"/>
              </a:rPr>
              <a:t>The acceptance bar has a cost in Consequences — "none" is not an answer.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 have docs/adr/0002-*.md staged in YOUR copy: metadata block (Status / Date / Deciders) complete, all three sections — Context, Decision, Consequences — filled, and at least one real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Thumbs up, or say so. If your Decision line came out of Claude rather than out of you, rewrite it now — that is the one part of an ADR that cannot be delegated.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Your turn — derive a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Three real fixes from last week. You decide what the standard 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STIMULUS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Three fixes from last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All three closed their issue. All three were reviewed. All three are green.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89404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77440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bug is gone. No test was added.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761488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test was added. It passes — and it passed before the fix too.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54864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145536"/>
            <a:ext cx="58521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test was added that failed first, then passed after the fix.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1B7F4B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Read them cold. No commentary from the front of the room yet.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Which are acceptable? Write the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minutes, in groups. You are EDITING four seed clauses, not authoring from cold — disagreement is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SEED CLAUSES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1. A fix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2. The test failed before the fix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3. The test lives next to the module it tests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4. The full suite is green before the PR opens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Keep, tighten, or drop each — then add your 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TAG EVERY CLAUSE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MECHANICAL — a script decides it from the diff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FUZZY — it needs a person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tag is the point. Do not skip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A: the test-discipline rule (these diffs)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B: the store boundary (only repositories/ imports db/store.ts)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Same job: clauses, tagged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Every clause gets a verdict (keep / tighten / drop) and a tag. That is the whole task.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CONVERGE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we landed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Written down before anyone moves on. This is the agreed list, not my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MECHANICAL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 change under server/src ships with a test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file is co-located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Full suite green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FUZZY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failed first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test asserts behaviour, not implementation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assertion is meaningful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DECIDE 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Accepted risk?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Human gate?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Or dropped?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Merging two groups' clauses? Tiebreak: the stricter clause wins — unless someone can show it false-positives on real code in this repo. "The test failed first" is the clause that matters most, and no gate can decide it. That is the finding.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HINGE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Same file, three enforcement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rule with half a gate. Your NFR clauses will have the same three states — that is what the tag is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ONE CLAUDE.MD, THREE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Store boundary: written, NOTHING checks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console.log in server/src: lint FAILS it.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logger.info with a wrong first arg: passes SILENTLY.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Which of these is a standard? Why?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SERVER/SRC — TRY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the rule (CLAUDE.md):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logger.info('&lt;file-basename&gt;',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//   message, meta?)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console.log('created', id)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-&gt; lint error. CAUGHT.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logger.info('creating a todo',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{ id })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wrong first arg -&gt; passes.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// HALF a gate.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a mature team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real NFR from a mature 137-document corpus — shown now that your list exists, not before.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5544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2089404"/>
            <a:ext cx="6126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contains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39" y="2377440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Category, priority, and which external framework it traces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761488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Numbered MUST clauses — no prose, no hedging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Thresholds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39" y="3145536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Target / Warning / Critical, so "compliant" is measurable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39" y="3529584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Per clause: the exact test or check that proves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5544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Plan 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39" y="3913631"/>
            <a:ext cx="6126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Which phase implements it, so it is not aspirational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What did you catch that they did not? Their form is heavier than you need today; the per-clause Verification is the part worth stealing.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WRITE IT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Turn the clauses into an NFR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Twenty minutes: your own doc, in your own copy, from the agreed clause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Copy NFR-0001's headings and tone —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ADD the per-clause checks it predates.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Every clause: "Checked by: &lt;what&gt;".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Unenforceable ones get the marking convention →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Peer review is the last five minutes. Protected.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DOCS/NFR/0002-… (YOURS)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The rules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1. A change under server/src ships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with a test in the same PR.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CI diff check.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2. The test failed before the fix.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Checked by: — NOT MECHANICALLY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CHECKABLE — decision: human gate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(reviewer asks) — &lt;name&gt;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clause + check + mark + name.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an unmarked unenforceable clause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is the dangerous kind.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NFR names how each clause is checked — and the ones that cannot be are marked, with a decision and a 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Artifact check, not a state check: I am reading your document, not your test output. A clause with no check and no mark is the one thing that fails 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WIRE IT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 document nothing points at is a document nobody 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Claude included. This step is why the last two hours matter.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TWO KINDS OF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TRIGGER ROW per doc — fetches the full doc when the situation applies.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BINDING LINE for the NFR — one line, always in force, never fetched.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doc is the law; the binding line is the sign on the wall.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Then smoke-test in a FRESH session.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When you are…       | Read first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------------------- | ---------------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Changing the store  | docs/adr/0002…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boundary        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Fixing a bug or     | docs/nfr/0002…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| adding behaviour    |                 |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## Do / Don't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- Do: every change under server/src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ships with a test in the same PR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(NFR-0002)   &lt;-- the binding line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smoke test, fresh session: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"what is our rule about tests?"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Compare, reflect,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Five minutes that make the difference between an exercise and a practice.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Two volunteers, two NFRs. </a:t>
            </a:r>
            <a:r>
              <a:rPr sz="1250" b="0">
                <a:solidFill>
                  <a:srgbClr val="434343"/>
                </a:solidFill>
                <a:latin typeface="Arial"/>
              </a:rPr>
              <a:t>Same clause list, different documents — what did each choose to check, and what did they mark?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easy? Thirty seconds each, around the room.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 — now, not later.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 description: what you learned, what surprised you, what you'd apply tomorrow. It is an acceptance criterion.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Unfinished work finishes async. </a:t>
            </a:r>
            <a:r>
              <a:rPr sz="1250" b="0">
                <a:solidFill>
                  <a:srgbClr val="434343"/>
                </a:solidFill>
                <a:latin typeface="Arial"/>
              </a:rPr>
              <a:t>Still required, still peer-reviewed — the list does not shrink because the clock ran out.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Ship checklist, and what is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2.a — Writing the Standards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ADR (cost included) · NFR (checks + marks) · wired into CLAUDE.md (trigger rows + binding line) · smoke-tested · PR-reviewed, CI green · reflection note in the PR.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Stretch, self-paced. </a:t>
            </a:r>
            <a:r>
              <a:rPr sz="1250" b="0">
                <a:solidFill>
                  <a:srgbClr val="434343"/>
                </a:solidFill>
                <a:latin typeface="Arial"/>
              </a:rPr>
              <a:t>Store-boundary clauses · the half-gate ESLint clause · a rules-file conversion · a head start on the "how we use these" README.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Everything is in the handout. </a:t>
            </a:r>
            <a:r>
              <a:rPr sz="1250" b="0">
                <a:solidFill>
                  <a:srgbClr val="434343"/>
                </a:solidFill>
                <a:latin typeface="Arial"/>
              </a:rPr>
              <a:t>All five prompt starters, the stuck-points table, the skeletons.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Next week: teeth. </a:t>
            </a:r>
            <a:r>
              <a:rPr sz="1250" b="0">
                <a:solidFill>
                  <a:srgbClr val="434343"/>
                </a:solidFill>
                <a:latin typeface="Arial"/>
              </a:rPr>
              <a:t>Your clause becomes a hook and a CI gate — and the marked clauses get their reckoning.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